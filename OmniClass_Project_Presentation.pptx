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3C5FD"/>
                </a:solidFill>
              </a:defRPr>
            </a:pPr>
            <a:r>
              <a:t>MAJOR PROJECT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OmniClass: Next-Generation LMS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 Full-Stack AI-Powered Platform for Digital Learning &amp; Institutional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3328416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DOMAIN &amp; ARCHITECTURE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Full Stack Web Development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MERN Stack + Google Gemini AI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Vercel Edge + Render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3566160"/>
            <a:ext cx="3328416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CAPABILITIES &amp; RIGOR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10 Functional Enterprise Modules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30-MCQ Proctored Assessment Engine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Verifiable A4 Landscape Certificates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6992" y="3566160"/>
            <a:ext cx="3328416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16A34A"/>
                </a:solidFill>
              </a:defRPr>
            </a:pPr>
            <a:r>
              <a:t>SECURITY &amp; VERIFICATION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Role-Based Access (Student/Faculty/Admin)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JWT Cookie Session + Bcrypt Hashing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 GraphQL LeetCode Profile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Candidate: Shaik Mahaboob Basha   |   GitHub: Shaik673/OmniClass   |   Quillance Infotech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Executive Summary: The OmniClass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Bridging the gap between isolated asynchronous learning and intelligent real-time instruction.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129284" cy="21945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8371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Challenges in Traditional LMS Platforms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Asynchronous Isolation: Learners struggle without instant, personalized feedback when stuck on complex code or math.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Static Content Delivery: Rigid text/video without active recall, dynamic summaries, or contextual knowledge grounding.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Unverified Assessments: Surface-level non-proctored quizzes vulnerable to manipulation without rigorous academic standards.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Insecure Credentials: Static PDF certificates with zero cryptographic verification, forgeable metadata, and manual validation.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Fragmented Tooling: Students juggle disjointed tools (chatbots, note summarizers, code platforms, flashcards) outside the LMS.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801368"/>
            <a:ext cx="1362456" cy="219456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THE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057400"/>
            <a:ext cx="48371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The OmniClass Solution Architecture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Interactive AI Omni Tutor: Multimodal streaming assistant with typewriter response and emotion-aware natural speech synthesis.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YouLearn-Style 3-Mode Summarizer: Instant key takeaways from file drops (.pdf/.docx/.ppt), YouTube educational URLs, or raw text.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3-Part Dynamic Active Recall: 15 targeted MCQs categorized into Conceptual, Applied Analysis, and Problem Solving with flip flashcards.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30-MCQ Proctored Assessment Engine: Automated anti-cheat validation requiring a strict &gt;= 70% passing threshold.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Cryptographically Validated Certificates: High-resolution A4 landscape modal with digital signatures, live QR codes, and LinkedIn sharing.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2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User Personas &amp; Role-Based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Strict multi-tenant security boundaries enforcing granular capability matrices across three core user tiers.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207008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STUDENT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083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Student Persona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Self-registration &amp; OAuth identity integration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Interactive course consumption across 5 modules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Omni Tutor Q&amp;A, voice speech &amp; 3-mode summarizer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Formative assignment submissions (code repos &amp; URLs)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30-MCQ proctored exams &amp; certificate claiming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Custom hero cover banner &amp; LeetCode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0288" y="1801368"/>
            <a:ext cx="1207008" cy="21945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FACULTY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083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Instructor Persona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Course Builder Studio with rich markdown lessons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Curriculum structuring with 5 sequential modules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Pro tier pricing configuration (INR Razorpay)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Assignment authoring with deadline &amp; rubric controls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Centralized submission review &amp; formative grading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Student mastery velocity &amp; intervention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9164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4464" y="1801368"/>
            <a:ext cx="1440180" cy="219456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GOVERNANCE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057400"/>
            <a:ext cx="30083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Administrator Persona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Institutional health overview &amp; system analytics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Course approval queue (review &amp; catalog publication)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User directory management (search, promote, suspend)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Institutional branding &amp; accreditation configuration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Digital certificate authority &amp; signatory definitions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System security logs &amp; rate-limiting policies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3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Core Full-Stack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Decoupled SPA architecture communicating via authenticated HTTPS REST endpoints with stateful session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ullstack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8348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5093208"/>
            <a:ext cx="740664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349240"/>
            <a:ext cx="305409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Client Presentation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React 18 + Vite SPA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Tailwind CSS &amp; Framer Motion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Creamy-slate glare-free theme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98348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5093208"/>
            <a:ext cx="740664" cy="219456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TIER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5349240"/>
            <a:ext cx="305409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App Server &amp; Gateway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Express.js + Node.js 22 LTS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JWT HttpOnly cookies &amp; bcrypt 12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Strict RBAC &amp; Helmet headers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98348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5093208"/>
            <a:ext cx="740664" cy="219456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TIER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5349240"/>
            <a:ext cx="305409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Managed Data &amp; AI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MongoDB Atlas M0 Cluster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Redis Cloud TLS (BullMQ jobs)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Google Gemini 2.0 Flash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4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OmniClass Platform: 10 Core Functional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Comprehensive architectural module coverage from identity provisioning to automated cryptographic certification.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unctional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5 of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Student Learning Hub &amp; Interactive Course Player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5-module hierarchical curricula with syntax-highlighted code cards, markdown notes, and progress tracking.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595628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CURRICULUM 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4256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Key Course Player Capabilities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Structured 5-Module Navigation: Sequential lesson progression prevents skipping ahead without reading materials.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Rich Markdown Engine: Syntax-highlighted code cards, language pills, copy snippets, tables, and blockquotes.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Visual Mastery Analytics: Real-time calculation of completed modules and overall percentage progress bar.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Supplementary Materials: Embedded PDF references, recommended readings, and external repository links.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Assignment Submission Portal: Accepts GitHub links, live demos, and rich text commentary for faculty grading.</a:t>
            </a:r>
          </a:p>
        </p:txBody>
      </p:sp>
      <p:pic>
        <p:nvPicPr>
          <p:cNvPr id="10" name="Picture 9" descr="07_course_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424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6 of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AI Study Room: Omni Tutor &amp; Natural Voice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Curriculum-grounded conversational assistant powered by Google Gemini 2.0 Flash with live streaming.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051560" cy="21945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OMNI TUTOR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4256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Intelligent Tutoring Engine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Gemini 2.0 Flash Orchestration: Low-latency streaming prompts grounded in current course syllabus context.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Dynamic Typewriter Effect: Letter-by-letter live text rendering with automated scroll-to-bottom behavior.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Regex-Sanitized Voice Audio: Strips asterisks, code symbols, and dashes to speak natural, expressive sentences.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Multi-Turn Conversation Memory: Context-preserving chat history with session auto-pruning to prevent bloat.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Zero-Hallucination Fallback: Multi-model failover ensures uninterrupted tutoring availability.</a:t>
            </a:r>
          </a:p>
        </p:txBody>
      </p:sp>
      <p:pic>
        <p:nvPicPr>
          <p:cNvPr id="10" name="Picture 9" descr="09_ai_omni_tu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424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7 of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Notes Summarizer (YouLearn Style) &amp; Active Recall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Multimodal content synthesis powering 3-mode note extraction and categorized active recall flashcards.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595628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SUMMARIZER &amp; 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4256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Multimodal Synthesis Suite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3-Mode Content Input: Drag-and-drop document upload (.pdf, .docx, .ppt), YouTube video URL parsing, and manual text paste.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1-Click AI Quiz Synthesis: Converts extracted summaries directly into active recall testing modules.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3-Part Cognitive Partitioning: 15 questions categorized into Conceptual Foundations, Applied Analysis, and Problem Solving.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Interactive Flashcard Engine: Double-sided flip cards testing core formulas, design patterns, and vocabulary.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Instant Mastery Score: Automatic grading with detailed explanatory rationale for every question.</a:t>
            </a:r>
          </a:p>
        </p:txBody>
      </p:sp>
      <p:pic>
        <p:nvPicPr>
          <p:cNvPr id="10" name="Picture 9" descr="10_ai_summar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424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8 of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30-MCQ Final Proctored Exam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Institutional-grade summative evaluation requiring strict passing criteria to earn certified completion credentials.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828800" cy="219456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PROCTORED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4256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Proctored Exam Architecture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Comprehensive Course Scope: 30 multiple-choice questions rigorously testing all 5 curriculum modules.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Strict 70% Passing Threshold: Students must score at least 21/30 to unlock their completion certificate.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Sequential Module Prerequisite: Exam unlocks only after reading progress reaches 100% across all 5 modules.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Automated Anti-Tamper Grading: Server-side answer evaluation against cryptographic question keys.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Attempt Auditing: Records score history, timestamps, attempt counters, and proctoring status in MongoDB.</a:t>
            </a:r>
          </a:p>
        </p:txBody>
      </p:sp>
      <p:pic>
        <p:nvPicPr>
          <p:cNvPr id="10" name="Picture 9" descr="08_proctored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424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9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Verifiable A4 Landscape Digital Certificates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Tamper-evident completion credentials featuring live QR codes, digital signatures, and LinkedIn sharing.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828800" cy="219456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A4 CERTIFICATE MODAL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4256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Credential Engine Highlights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A4 Landscape Visual Elegance: Sophisticated gold filigree borders, university seal, and modern academic typography.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Authentic Issuance Metadata: Learner's full name, exact course title, completion date, grade distinction, and instructor signature.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Scannable QR Verification: Direct URL linking to public cryptographic verification route (/verify/:certificateCode).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PDF Download Ready: Custom @media print CSS optimized for crisp vector landscape A4 exports.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1-Click LinkedIn Sharing: Pre-filled certification dialog containing platform authority, license number, and verification URL.</a:t>
            </a:r>
          </a:p>
        </p:txBody>
      </p:sp>
      <p:pic>
        <p:nvPicPr>
          <p:cNvPr id="10" name="Picture 9" descr="12b_certificat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424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10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Public Verification Ledger &amp; LeetCode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Transparent public credential auditing paired with verifiable external technical portfolio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284732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PUBLIC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8371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Public Verification Ledger (/verify/:code)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Zero-Login Public Access: Employers and recruiters can verify certificate validity without creating an account.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Cryptographic Integrity: Matches unique certificateCode against primary database records.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Proctored Status Transparency: Displays proctoring audit details, score breakdown, and issuing authority seal.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Revocation Support: Instantly displays revoked status if credential was administratively suspended.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801368"/>
            <a:ext cx="1828800" cy="21945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PROFILE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057400"/>
            <a:ext cx="48371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LeetCode GraphQL Profile Validation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Live Stats Extraction: Queries LeetCode public API for total solved counts, Easy/Medium/Hard problems, and contest rating.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Expiring Challenge Token: Generates unique challenge tokens (omniclass-verify-XXXXXX) to prove profile ownership.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Connected Accounts: Functioning connection indicators for GitHub, LinkedIn, and verified LeetCode portfolios.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Custom Banner Upload: Adjusts learner's uploaded .jpg/.png cover banner to fit the profile canvas perfectly.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11 of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Faculty Studio: Course Builder &amp; Evaluation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Integrated curriculum drafting studio supporting 5 sequential modules, markdown lessons, and rubrics.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595628" cy="21945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INSTRUCTOR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4256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Faculty Authoring Capabilities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Visual Course Authoring: Define title, category, difficulty tier, duration, and Pro course pricing (₹1,999 INR).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5-Module Curriculum Builder: Author rich markdown lessons, embed code cards, and attach supplementary PDFs.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Formative Assignment Management: Set deadlines, maximum point values, and clear grading rubric criteria.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Centralized Submissions Queue: Inspect student repository links, review live demos, and input formative feedback.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Student Cohort Analytics: Monitor student progress velocity and identify learners requiring academic support.</a:t>
            </a:r>
          </a:p>
        </p:txBody>
      </p:sp>
      <p:pic>
        <p:nvPicPr>
          <p:cNvPr id="10" name="Picture 9" descr="15_instructor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424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12 of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Institutional Governance: Admin Dashboard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University-wide governance oversight covering real-time KPIs, course approvals, and user directory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517904" cy="219456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ADMIN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442569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Administrative Governance Tools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System Health &amp; KPIs: Live monitoring of total registered learners, faculty rosters, published courses, and completion rates.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Course Moderation Queue (/admin/approvals): Audit newly drafted instructor curricula before public catalog activation.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User Directory Management (/admin/users): Search users, promote student to instructor/admin, and toggle account status.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Institutional Settings (/admin/settings): University branding, accreditation notices, and digital certificate signatory titles.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Enterprise Security: Session invalidation via sessionVersion counters and rate-limiting protection.</a:t>
            </a:r>
          </a:p>
        </p:txBody>
      </p:sp>
      <p:pic>
        <p:nvPicPr>
          <p:cNvPr id="10" name="Picture 9" descr="16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424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13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Technology Stack: Robust, Scalable &amp;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Modern full-stack technologies selected for developer velocity, real-time token streaming, and data integrity.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14 of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Enterprise 4-Tier Cloud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High-performance deployment mapping Client Devices -&gt; Vercel Edge CDN -&gt; Render API Server -&gt; Managed Cloud Services.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15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Database Schemas &amp; Data Persistence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MongoDB Atlas NoSQL schema models with Mongoose ODM compound indexing, enforcing zero mock reliance.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1129284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USER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083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User &amp; Auth Model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name, email (unique, lowercase)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passwordHash (bcrypt 12 salt rounds)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role: ['student', 'instructor', 'admin']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theme: ['dark', 'light', 'system']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sessionVersion: incremented on reset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integrations: github, linkedin, leetcode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verificationChallenge &amp;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9164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0288" y="1801368"/>
            <a:ext cx="1284732" cy="21945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COURSE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083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Course &amp; Modules Model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title, slug (unique index)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instructor, institutionId refs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isPro (boolean), price (INR)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status: ['draft', 'published']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modules: [5 structured modules]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content: rich markdown &amp; resources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finalExam: 30 MCQs &amp; 70%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9164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4464" y="1801368"/>
            <a:ext cx="1595628" cy="219456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CREDENTIAL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057400"/>
            <a:ext cx="3008376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Enrollment &amp; Certificate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userId, courseId, institutionId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progress: 0 to 100% dynamic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completedModuleIds array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finalExamScore &amp; passed (boolean)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certificateCode (unique serial)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learnerName, courseTitle, grade</a:t>
            </a:r>
          </a:p>
          <a:p>
            <a:pPr>
              <a:spcAft>
                <a:spcPts val="300"/>
              </a:spcAft>
              <a:defRPr sz="919">
                <a:solidFill>
                  <a:srgbClr val="334155"/>
                </a:solidFill>
              </a:defRPr>
            </a:pPr>
            <a:r>
              <a:t>•  proctoredStatus: verified, timestamp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16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OMNICLASS LMS  |  FULL STACK MAJOR PROJECT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10-Day Engineering Roadmap: All Milestones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10-Day execution roadmap from architecture specification to production hardening (100% completed).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velopmen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OmniClass: Next-Generation Learning Management System   |   Quillance Infotech Student Project Brief   |   Slide 17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3C5FD"/>
                </a:solidFill>
              </a:defRPr>
            </a:pPr>
            <a:r>
              <a:t>MAJOR PROJECT EVALUATION STANDARD: A+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OmniClass: Project Outcomes &amp; Achievements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Enterprise-grade engineering exceeding academic requirements with live cloud persistence and zero mock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50292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✔   100% Live DB State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Zero mock fallbacks. Full MongoDB Atlas persistence across courses, 5 modules, users, quizzes, and certificates.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06040"/>
            <a:ext cx="50292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✔   Applied AI Excellence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Real-time Google Gemini 2.0 Flash integration with typewriter streaming, natural voice synthesis, and 3-mode summarization.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51960"/>
            <a:ext cx="50292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6A34A"/>
                </a:solidFill>
              </a:defRPr>
            </a:pPr>
            <a:r>
              <a:t>✔   Cryptographic Rigor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Automated 30-MCQ proctored exams, A4 landscape certificates with live QR verification and 1-click LinkedIn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50292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7C3AED"/>
                </a:solidFill>
              </a:defRPr>
            </a:pPr>
            <a:r>
              <a:t>✔   Production Deployed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Modular monorepo with production configs for Vercel Edge CDN and Render Web Service, pushed to GitHub.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Thank You!   •   GitHub: https://github.com/Shaik673/OmniClass.git   • 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